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t>ELIOS SCOGLIO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78BFA"/>
                </a:solidFill>
                <a:latin typeface="Inter"/>
              </a:defRPr>
            </a:pPr>
            <a:r>
              <a:t>Software &amp; Architecture Manager | Fractional 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7432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Inter"/>
              </a:defRPr>
            </a:pPr>
            <a:r>
              <a:t>Presentazione per Etica Soluzioni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Inter"/>
              </a:defRPr>
            </a:pPr>
            <a:r>
              <a:t>108 Vision — Costruiamo la direzione, non solo il codice.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Chi sono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Inter"/>
              </a:defRPr>
            </a:pPr>
          </a:p>
          <a:p>
            <a:pPr>
              <a:spcBef>
                <a:spcPts val="1400"/>
              </a:spcBef>
              <a:defRPr sz="1800">
                <a:solidFill>
                  <a:srgbClr val="E2E8F0"/>
                </a:solidFill>
                <a:latin typeface="Inter"/>
              </a:defRPr>
            </a:pPr>
            <a:r>
              <a:t>→  10+ anni su piattaforme mission-critical ad alto traffico</a:t>
            </a:r>
          </a:p>
          <a:p>
            <a:pPr>
              <a:spcBef>
                <a:spcPts val="1400"/>
              </a:spcBef>
              <a:defRPr sz="1800">
                <a:solidFill>
                  <a:srgbClr val="E2E8F0"/>
                </a:solidFill>
                <a:latin typeface="Inter"/>
              </a:defRPr>
            </a:pPr>
            <a:r>
              <a:t>→  30M transazioni/anno — zero-downtime obbligatorio</a:t>
            </a:r>
          </a:p>
          <a:p>
            <a:pPr>
              <a:spcBef>
                <a:spcPts val="1400"/>
              </a:spcBef>
              <a:defRPr sz="1800">
                <a:solidFill>
                  <a:srgbClr val="E2E8F0"/>
                </a:solidFill>
                <a:latin typeface="Inter"/>
              </a:defRPr>
            </a:pPr>
            <a:r>
              <a:t>→  93 componenti, 7 livelli architetturali, 3 team coordinati</a:t>
            </a:r>
          </a:p>
          <a:p>
            <a:pPr>
              <a:spcBef>
                <a:spcPts val="1400"/>
              </a:spcBef>
              <a:defRPr sz="1800">
                <a:solidFill>
                  <a:srgbClr val="E2E8F0"/>
                </a:solidFill>
                <a:latin typeface="Inter"/>
              </a:defRPr>
            </a:pPr>
            <a:r>
              <a:t>→  Compliance quotidiana: SIAE, Polizia di Stato, GDPR</a:t>
            </a:r>
          </a:p>
          <a:p>
            <a:pPr>
              <a:spcBef>
                <a:spcPts val="1400"/>
              </a:spcBef>
              <a:defRPr sz="1800">
                <a:solidFill>
                  <a:srgbClr val="E2E8F0"/>
                </a:solidFill>
                <a:latin typeface="Inter"/>
              </a:defRPr>
            </a:pPr>
            <a:r>
              <a:t>→  7+ integrazioni esterne con circuit breaker e monitoring</a:t>
            </a:r>
          </a:p>
          <a:p>
            <a:pPr>
              <a:spcBef>
                <a:spcPts val="1400"/>
              </a:spcBef>
              <a:defRPr sz="1800">
                <a:solidFill>
                  <a:srgbClr val="E2E8F0"/>
                </a:solidFill>
                <a:latin typeface="Inter"/>
              </a:defRPr>
            </a:pPr>
            <a:r>
              <a:t>→  Legacy modernization: CORBA (23 anni) → microservizi gRPC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Non scrivo codice. Faccio in modo che le decisioni tecniche siano quelle giuste.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Cosa faccio concretamente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Strategia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Roadmap tecnica, decisioni architetturali, allineamento business-tech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97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Architettura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697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Review design, standard, debito tecnico, scelte build/buy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566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Hiring, 1:1, mentoring, cultura ingegneristica, crescita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4348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ADR tracciabili, metriche DORA, report mensile, CEO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Inter"/>
              </a:defRPr>
            </a:pPr>
            <a:r>
              <a:t>AI &amp; Innovazione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03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Adoption pragmatica — ROI dimostrabile, non hype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Cosa NON faccio: scrivere codice, gestire sprint, fare il PM.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Risultati dimostrabili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Deploy 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Inter"/>
              </a:defRPr>
            </a:pPr>
            <a:r>
              <a:t>+400%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Inter"/>
              </a:defRPr>
            </a:pPr>
            <a:r>
              <a:t>da ogni 6 settimane a ogni settimana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Tempo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Inter"/>
              </a:defRPr>
            </a:pPr>
            <a:r>
              <a:t>-91%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Inter"/>
              </a:defRPr>
            </a:pPr>
            <a:r>
              <a:t>da 4 ore a 22 minuti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49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Costo sviluppo (AI)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Inter"/>
              </a:defRPr>
            </a:pPr>
            <a:r>
              <a:t>-77/82%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Inter"/>
              </a:defRPr>
            </a:pPr>
            <a:r>
              <a:t>su task specifici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617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Tempo analisi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617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Inter"/>
              </a:defRPr>
            </a:pPr>
            <a:r>
              <a:t>-92%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617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Inter"/>
              </a:defRPr>
            </a:pPr>
            <a:r>
              <a:t>da 2-3 giorni a 2 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  <a:r>
              <a:t>Team satisfaction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Inter"/>
              </a:defRPr>
            </a:pPr>
            <a:r>
              <a:t>+50%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Inter"/>
              </a:defRPr>
            </a:pPr>
            <a:r>
              <a:t>survey interna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Inter"/>
              </a:defRPr>
            </a:pPr>
            <a:r>
              <a:t>Numeri da sistemi reali in produzione. Non POC, non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Il mio approccio: due filoni paralleli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8463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FILONE 1 — PRESENTE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Concretizzare e ottimizzare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089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Flussi di sviluppo ottimizzati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Best practice e standard condivisi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CI/CD e testing automatico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Incident management strutturato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Comunicazione team-business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120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Inter"/>
              </a:defRPr>
            </a:pPr>
            <a:r>
              <a:t>Valore visibile in 2-4 settimane.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484632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Inter"/>
              </a:defRPr>
            </a:pPr>
            <a:r>
              <a:t>FILONE 2 — VISIONE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Dove andare nei prossimi 3-5 anni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10896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Revisione architetturale completa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AI strategy (prodotto + processo)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Scale engineering (2x clienti)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Cloud &amp; platform approach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Inter"/>
              </a:defRPr>
            </a:pPr>
            <a:r>
              <a:t>→ Security operativa (code-level)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120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Inter"/>
              </a:defRPr>
            </a:pPr>
            <a:r>
              <a:t>Decisioni misurabili con ADR.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Il metodo: Know-How → Step → KPI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D28D9"/>
                </a:solidFill>
                <a:latin typeface="Inter"/>
              </a:defRPr>
            </a:pPr>
            <a:r>
              <a:t>MESE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Inter"/>
              </a:defRPr>
            </a:pPr>
            <a:r>
              <a:t>ASCOLTO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Capisco il vostro mondo.</a:t>
            </a:r>
            <a:br/>
            <a:r>
              <a:t>Mappo architettura, flussi, team.</a:t>
            </a:r>
            <a:br/>
            <a:r>
              <a:t>Misuro la baseline.</a:t>
            </a:r>
            <a:br/>
            <a:r>
              <a:t>Output: State of the 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011680"/>
            <a:ext cx="329184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Inter"/>
              </a:defRPr>
            </a:pPr>
            <a:r>
              <a:t>MESI 2-3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Inter"/>
              </a:defRPr>
            </a:pPr>
            <a:r>
              <a:t>AZIONE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Obiettivi concreti con owner</a:t>
            </a:r>
            <a:br/>
            <a:r>
              <a:t>e deadline. 3 step operativi</a:t>
            </a:r>
            <a:br/>
            <a:r>
              <a:t>+ 3 step strategici.</a:t>
            </a:r>
            <a:br/>
            <a:r>
              <a:t>KPI misurati mese per mese.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291840" cy="3840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Inter"/>
              </a:defRPr>
            </a:pPr>
            <a:r>
              <a:t>MESE 4+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Inter"/>
              </a:defRPr>
            </a:pPr>
            <a:r>
              <a:t>ESECUZIONE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918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Report mensile con numeri.</a:t>
            </a:r>
            <a:br/>
            <a:r>
              <a:t>Roadmap viva. Retrospettiva</a:t>
            </a:r>
            <a:br/>
            <a:r>
              <a:t>team. CEO sync bisettimanale.</a:t>
            </a:r>
            <a:br/>
            <a:r>
              <a:t>Scalare up/down a scelta.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Inter"/>
              </a:defRPr>
            </a:pPr>
            <a:r>
              <a:t>Prima misuro, poi prometto. Mai numeri senza baseline.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Fractional CTO vs Full-Time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4155"/>
                </a:solidFill>
                <a:latin typeface="Inter"/>
              </a:defRPr>
            </a:pPr>
            <a:r>
              <a:t>Full-time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Inter"/>
              </a:defRPr>
            </a:pPr>
            <a:r>
              <a:t>Fractional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Costo annuo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120-180K 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85-100K 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Rischio hiring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880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6 mesi per capire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880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Trial 3 mesi, zero rischio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Prospettiva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Solo interna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Esterna + interna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Competenza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Da trovare + formare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51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Disponibile dal giorno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Flessibilita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Fisso (rinegoziare)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Up/down ogni mese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Inter"/>
              </a:defRPr>
            </a:pPr>
            <a:r>
              <a:t>Exit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623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Panico se esce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623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Pianificata = successo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Match con il vostro contesto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4155"/>
                </a:solidFill>
                <a:latin typeface="Inter"/>
              </a:defRPr>
            </a:pPr>
            <a:r>
              <a:t>ETICA SOLUZIONI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Inter"/>
              </a:defRPr>
            </a:pPr>
            <a:r>
              <a:t>ELIOS SCOGLIO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750K prenotazioni/giorno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30M transazioni/anno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377440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16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1.000+ Comuni multi-tenant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816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Multi-tenant enterprise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999232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381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PagoPA, SPID, AppIO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43814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SIAE, VRO, GDPR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621024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05993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Prodotto 23 anni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05993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Legacy 23 anni in migrazione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242816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681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7+ integrazioni 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681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7+ integrazioni + circuit breaker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864608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Dati minori e pazienti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GDPR quotidiano, PII controls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5486400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925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Inter"/>
              </a:defRPr>
            </a:pPr>
            <a:r>
              <a:t>Team AI senza direzione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925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Inter"/>
              </a:defRPr>
            </a:pPr>
            <a:r>
              <a:t>AI con ROI -77% dimostrato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6108192"/>
            <a:ext cx="914400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Come funziona in pratica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Presenza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2 giorni/settimana dedicati (scalabile)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87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Giorno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487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Governance + Team: standup, 1:1, review architetturali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455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Giorno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14553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Strategia + Stakeholder: CEO sync, roadmap, metriche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0390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Async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80390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Risposta entro 4h; urgenze entro 2h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62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Ogni mese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4622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Report + ADR + roadmap + metriche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Commitment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3 mesi minimo, poi mensile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79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Inter"/>
              </a:defRPr>
            </a:pPr>
            <a:r>
              <a:t>Entry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7790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Inter"/>
              </a:defRPr>
            </a:pPr>
            <a:r>
              <a:t>Tech Assessment 2gg — zero vincolo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Prossimo passo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73152" cy="7315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2926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Inter"/>
              </a:defRPr>
            </a:pPr>
            <a:r>
              <a:t>TECH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Inter"/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  <a:latin typeface="Inter"/>
              </a:defRPr>
            </a:pPr>
            <a:r>
              <a:t>2 giorni — Output: State of the Stack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  <a:latin typeface="Inter"/>
              </a:defRPr>
            </a:pPr>
            <a:r>
              <a:t>Architettura, team, flussi, rischi, priorita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  <a:latin typeface="Inter"/>
              </a:defRPr>
            </a:pPr>
            <a:r>
              <a:t>Costo detratto dal primo mese se si prosegue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  <a:latin typeface="Inter"/>
              </a:defRPr>
            </a:pPr>
            <a:r>
              <a:t>Zero vincolo: deliverable di valore comunque</a:t>
            </a: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  <a:latin typeface="Inter"/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E2E8F0"/>
                </a:solidFill>
                <a:latin typeface="Inter"/>
              </a:defRPr>
            </a:pPr>
            <a:r>
              <a:t>Poi: 3 mesi → obiettivi + KPI → review trimestrale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78BFA"/>
                </a:solidFill>
                <a:latin typeface="Inter"/>
              </a:defRPr>
            </a:pPr>
            <a:r>
              <a:t>"Il rischio non e provare. Il rischio e continuare senza direzione tecnica."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4155"/>
                </a:solidFill>
                <a:latin typeface="Inter"/>
              </a:defRPr>
            </a:pPr>
            <a:r>
              <a:t>Elios Scoglio | elios@108vision.it | 108vision.it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