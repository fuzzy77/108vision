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rPr lang="it-IT" dirty="0"/>
              <a:t>108 Vision Elios Scoglio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78BFA"/>
                </a:solidFill>
                <a:latin typeface="Inter"/>
              </a:defRPr>
            </a:pPr>
            <a:r>
              <a:rPr dirty="0"/>
              <a:t>Software &amp; Architecture Manager |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Inter"/>
              </a:defRPr>
            </a:pPr>
            <a:r>
              <a:t>Presentazione per Etica Soluzioni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rPr dirty="0"/>
              <a:t>108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25 anni di esperienza su sistemi in produzione. Risultati misurati, non promessi.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COSA ABBIAMO FATTO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53035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</a:t>
            </a:r>
            <a:r>
              <a:rPr dirty="0" err="1"/>
              <a:t>immobiliare</a:t>
            </a:r>
            <a:r>
              <a:rPr dirty="0"/>
              <a:t> </a:t>
            </a:r>
            <a:r>
              <a:rPr dirty="0" err="1"/>
              <a:t>nazionale</a:t>
            </a:r>
            <a:r>
              <a:rPr dirty="0"/>
              <a:t> — refactoring </a:t>
            </a:r>
            <a:r>
              <a:rPr dirty="0" err="1"/>
              <a:t>completo</a:t>
            </a:r>
            <a:r>
              <a:rPr dirty="0"/>
              <a:t> 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Cloud provider enterprise — </a:t>
            </a:r>
            <a:r>
              <a:rPr dirty="0" err="1"/>
              <a:t>trasformazione</a:t>
            </a:r>
            <a:r>
              <a:rPr dirty="0"/>
              <a:t> </a:t>
            </a:r>
            <a:r>
              <a:rPr dirty="0" err="1"/>
              <a:t>qualita</a:t>
            </a:r>
            <a:r>
              <a:rPr dirty="0"/>
              <a:t> e </a:t>
            </a:r>
            <a:r>
              <a:rPr dirty="0" err="1"/>
              <a:t>rilascio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larga</a:t>
            </a:r>
            <a:r>
              <a:rPr dirty="0"/>
              <a:t> scala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ticketing 30M </a:t>
            </a:r>
            <a:r>
              <a:rPr dirty="0" err="1"/>
              <a:t>transazioni</a:t>
            </a:r>
            <a:r>
              <a:rPr dirty="0"/>
              <a:t>/anno — governance </a:t>
            </a:r>
            <a:r>
              <a:rPr dirty="0" err="1"/>
              <a:t>architetturale</a:t>
            </a:r>
            <a:r>
              <a:rPr dirty="0"/>
              <a:t>, 93 </a:t>
            </a:r>
            <a:r>
              <a:rPr dirty="0" err="1"/>
              <a:t>componenti</a:t>
            </a:r>
            <a:r>
              <a:rPr dirty="0"/>
              <a:t>, 3 team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Compliance mission-critical — </a:t>
            </a:r>
            <a:r>
              <a:rPr dirty="0" err="1"/>
              <a:t>fiscale</a:t>
            </a:r>
            <a:r>
              <a:rPr dirty="0"/>
              <a:t>, </a:t>
            </a:r>
            <a:r>
              <a:rPr dirty="0" err="1"/>
              <a:t>Polizia</a:t>
            </a:r>
            <a:r>
              <a:rPr dirty="0"/>
              <a:t> di Stato, GDPR, PCI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Legacy modernization — </a:t>
            </a:r>
            <a:r>
              <a:rPr dirty="0" err="1"/>
              <a:t>sistema</a:t>
            </a:r>
            <a:r>
              <a:rPr dirty="0"/>
              <a:t> 23 anni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AI adoption </a:t>
            </a:r>
            <a:r>
              <a:rPr dirty="0" err="1"/>
              <a:t>pragmatica</a:t>
            </a:r>
            <a:r>
              <a:rPr dirty="0"/>
              <a:t> — </a:t>
            </a:r>
            <a:r>
              <a:rPr dirty="0" err="1"/>
              <a:t>integrata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di </a:t>
            </a:r>
            <a:r>
              <a:rPr dirty="0" err="1"/>
              <a:t>sviluppo</a:t>
            </a:r>
            <a:r>
              <a:rPr dirty="0"/>
              <a:t> con ROI </a:t>
            </a:r>
            <a:r>
              <a:rPr dirty="0" err="1"/>
              <a:t>dimostrato</a:t>
            </a:r>
            <a:endParaRPr lang="it-IT"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lang="it-IT" dirty="0"/>
              <a:t>→ Mobile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RISULTATI MISURATI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Bug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Tempo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Costruiamo la direzione, non solo il codice. Il valore e nelle decisioni giuste, non nelle righe scritte.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Il mio approccio: due filoni paralleli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FILONE 1 — PRESENTE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Concretizzare e ottimizzare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Flussi di sviluppo ottimizzati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Best practice e standard condivisi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CI/CD e testing automatico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Incident management strutturato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Comunicazione team-business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Valore visibile in 2-4 settimane.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4846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FILONE 2 — VISIONE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Dove andare nei prossimi 3-5 anni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Revisione architetturale completa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AI strategy (prodotto + processo)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Scale engineering (2x clienti)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Cloud &amp; platform approach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Security operativa (code-level)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Decisioni misurabili con ADR.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Cosa faccio concretamente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Roadmap tecnica, decisioni architetturali, allineamento business-tech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Architettura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Review design, standard, debito tecnico, scelte build/buy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Hiring, 1:1, mentoring, cultura ingegneristica, crescita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ADR tracciabili, metriche DORA, report mensile, CEO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AI &amp; Innovazione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Adoption pragmatica — ROI dimostrabile, non hype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Cosa NON faccio: scrivere codice, gestire sprint, fare il PM.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Risultati dimostrabili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ogni 6 settimane a ogni settimana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Tempo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4 ore a 22 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-77/82%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su task specifici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Tempo analisi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2-3 giorni a 2 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survey interna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Numeri da sistemi reali in produzione. Non POC, non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 principi dietro ogni decisione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15 pilastri tecnici organizzati in 4 macro-aree: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COSTRUIRE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591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Architettura, Design, Qualita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Cosa stiamo costruendo e come?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46119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VERIFICARE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1927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Testing, Delivery, Osservabilita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sappiamo che funziona?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20624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PROTEGGERE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Sicurezza, Dati, Scalabilita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lo difendiamo?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16636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GUIDARE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39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Team, Debito, AI, Decisioni, Costi, Comunicazione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funzionano le persone?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Non teoria accademica. Framework operativo testato su sistemi enterprise reali.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COSTRUIRE — Principi architetturali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Trade-off espliciti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Non esiste giusto. Esiste adatto a un costo dichiarato.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78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ADR obbligatori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578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Se non e scritto, tra 6 mesi diventa folklore.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284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Bounded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328415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Progetta dai linguaggi del business, non dalle tabelle.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78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Resilienza B-T-R-C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7822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Bulkhead → Timeout → Retry → Circuit Breaker. Sempre.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280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API-First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8280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Contratto prima, codice dopo. Il sistema scala sul contratto.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Modular Monolith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Non estrarre un servizio finche il confine non esiste gia.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Ogni principio ha una fitness function misurabile e un ADR di supporto.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VERIFICARE — Dal codice alla produzione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2984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4356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356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Coverage alto ≠ fiducia alta.</a:t>
            </a:r>
            <a:br/>
            <a:r>
              <a:t>Testa il comportamento, non come e scritto dentro.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700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807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072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Deploy e un evento tecnico noioso.</a:t>
            </a:r>
            <a:br/>
            <a:r>
              <a:t>Release e una decisione di prodotto.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416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4178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Osservabilita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788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In produzione non hai il debugger.</a:t>
            </a:r>
            <a:br/>
            <a:r>
              <a:t>Hai solo Log, Metriche, Trace.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4132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endParaRPr dirty="0"/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Pipeline &lt; 10 min</a:t>
            </a:r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Rollback &lt; 5 min</a:t>
            </a:r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Golden Signals </a:t>
            </a:r>
            <a:r>
              <a:rPr dirty="0" err="1"/>
              <a:t>su</a:t>
            </a:r>
            <a:r>
              <a:rPr dirty="0"/>
              <a:t> ogni </a:t>
            </a:r>
            <a:r>
              <a:rPr dirty="0" err="1"/>
              <a:t>servizio</a:t>
            </a:r>
            <a:endParaRPr dirty="0"/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Contract test </a:t>
            </a:r>
            <a:r>
              <a:rPr dirty="0" err="1"/>
              <a:t>tra</a:t>
            </a:r>
            <a:r>
              <a:rPr dirty="0"/>
              <a:t>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PROTEGGERE &amp; GUIDARE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PROTEGGERE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Security by Design — default = negare accesso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SAST + dep scan + secret detection in CI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PostgreSQL a meno che... (motivo specifico)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Scala verticale finche costa meno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Cache il 20% hot, load test a 2x picco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GUIDARE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Cognitive load sostenibile (semplifica)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15% sprint per debito — non negoziabile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AI come sistema, non come demo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Reversibile = decidi ora; Type 1 = ADR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Mai sorprese, sempre opzioni, quantifica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Inter"/>
              </a:defRPr>
            </a:pPr>
            <a:r>
              <a:t>"Non vendo teoria. Vendo un sistema operativo per decisioni tecniche</a:t>
            </a:r>
            <a:br/>
            <a:r>
              <a:t>che il CEO puo capire e il team puo eseguire."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Cosa significa per Etica Soluzioni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ADR + Fitness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Decisioni architetturali tracciate e verificabili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B-T-R-C su ogni integrazione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42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PagoPA/SPID/AppIO down non blocca il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552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Golden Signals + SLO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55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Sapete in 30 sec se c'e un problema, non dal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684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15% debito + prioritizzazione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968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Il prodotto evolve senza accumulare costo nascosto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Deploy ≠ Release + Feature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81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Rilasciate quando volete, rollback in 5 minuti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Cost routing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Il team AI produce risultati, non fatture sorpresa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Ogni principio si traduce in un risultato misurabile per il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Il metodo: Know-How → Step →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Inter"/>
              </a:defRPr>
            </a:pPr>
            <a:r>
              <a:t>MESE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ASCOLTO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Capisco il vostro mondo.</a:t>
            </a:r>
            <a:br/>
            <a:r>
              <a:t>Mappo architettura, flussi, team.</a:t>
            </a:r>
            <a:br/>
            <a:r>
              <a:t>Misuro la baseline.</a:t>
            </a:r>
            <a:br/>
            <a:r>
              <a:t>Output: State of the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Inter"/>
              </a:defRPr>
            </a:pPr>
            <a:r>
              <a:t>MESI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Obiettivi concreti con owner</a:t>
            </a:r>
            <a:br/>
            <a:r>
              <a:t>e deadline. 3 step operativi</a:t>
            </a:r>
            <a:br/>
            <a:r>
              <a:t>+ 3 step strategici.</a:t>
            </a:r>
            <a:br/>
            <a:r>
              <a:t>KPI misurati mese per mese.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MESE 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ESECUZIONE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Report mensile con numeri.</a:t>
            </a:r>
            <a:br/>
            <a:r>
              <a:t>Roadmap viva. Retrospettiva</a:t>
            </a:r>
            <a:br/>
            <a:r>
              <a:t>team. CEO sync bisettimanale.</a:t>
            </a:r>
            <a:br/>
            <a:r>
              <a:t>Scalare up/down a scelta.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Prima misuro, poi prometto. Mai numeri senza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Fractional CTO vs Full-Time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Inter"/>
              </a:defRPr>
            </a:pPr>
            <a:r>
              <a:t>Full-time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Fractional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Rischio 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6 mesi per capire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Trial 3 mesi, zero rischio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Prospettiva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Solo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Esterna + interna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Competenza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Da trovare + formare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Disponibile dal giorno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Flessibilita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Fisso (rinegoziare)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Up/down ogni mese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Exit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Panico se esce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Pianificata = successo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Match con il vostro contesto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155"/>
                </a:solidFill>
                <a:latin typeface="Inter"/>
              </a:defRPr>
            </a:pPr>
            <a:r>
              <a:t>ETICA SOLUZIONI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750K prenotazioni/giorno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30M transazioni/anno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377440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1.000+ Comuni multi-tenant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Multi-tenant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99232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438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PagoPA, SPID, AppIO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438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SIAE, VRO, GDPR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21024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0599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Prodotto 23 anni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0599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Legacy 23 anni in migrazione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242816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7+ integrazioni 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7+ integrazioni + circuit breaker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864608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Dati minori e pazienti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GDPR quotidiano, PII controls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5486400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 AI senza direzione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AI con ROI -77% dimostrato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6108192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Come funziona in pratica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Presenza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2 giorni/settimana dedicati (scalabile)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Giorno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87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Governance + Team: standup, 1:1, review architetturali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Giorno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455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Strategia + Stakeholder: CEO sync, roadmap, metriche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03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Async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039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Risposta entro 4h; urgenze entro 2h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Ogni mese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62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Report + ADR + roadmap + metriche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3 mesi minimo, poi mensile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79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Entry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779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Tech Assessment 2gg — zero vincolo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Prossimo passo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TECH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2 giorni — Output: State of the Stack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Architettura, team, flussi, rischi, priorita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Costo detratto dal primo mese se si prosegue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Zero vincolo: deliverable di valore comunque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Poi: 3 mesi → obiettivi + KPI → review trimestrale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Inter"/>
              </a:defRPr>
            </a:pPr>
            <a:r>
              <a:t>"Il rischio non e provare. Il rischio e continuare senza direzione tecnica."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Inter"/>
              </a:defRPr>
            </a:pPr>
            <a:r>
              <a:t>Elios Scoglio | elios@108vision.it | 108vision.it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1234</Words>
  <Application>Microsoft Office PowerPoint</Application>
  <PresentationFormat>Widescreen</PresentationFormat>
  <Paragraphs>220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Scoglio, Elios</cp:lastModifiedBy>
  <cp:revision>10</cp:revision>
  <dcterms:created xsi:type="dcterms:W3CDTF">2013-01-27T09:14:16Z</dcterms:created>
  <dcterms:modified xsi:type="dcterms:W3CDTF">2026-06-19T14:45:43Z</dcterms:modified>
  <cp:category/>
</cp:coreProperties>
</file>