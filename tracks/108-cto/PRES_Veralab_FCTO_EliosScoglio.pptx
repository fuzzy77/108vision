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78BFA"/>
                </a:solidFill>
                <a:latin typeface="Inter"/>
              </a:defRPr>
            </a:pPr>
            <a:r>
              <a:t>Software &amp; Architecture Manager  | 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3200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Proposta Fractional CTO — Veralab / Re-Forme SRL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E2E8F0"/>
                </a:solidFill>
                <a:latin typeface="Inter"/>
              </a:defRPr>
            </a:pPr>
            <a:r>
              <a:t>Ho analizzato il vostro stack prima di arrivare qui.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Chi sono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8F0"/>
                </a:solidFill>
                <a:latin typeface="Inter"/>
              </a:defRPr>
            </a:pPr>
            <a:r>
              <a:t>Software &amp; Architecture Manager — piattaforme mission-critical da 10+ anni.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30M transazioni/anno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1488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Zero-downtime, spike gestiti, inventory real-time su sistemi distribuiti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53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93 componenti, 7 livelli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9535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3 team di sviluppo coordinati sulla stessa roadmap tecnica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58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Compliance stringente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75818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GDPR quotidiano, normativa fiscale, integrazioni enti statali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62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Legacy modernizzato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6285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Da CORBA 23 anni a microservizi gRPC — senza fermare la produzione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394960"/>
            <a:ext cx="10058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4155"/>
                </a:solidFill>
                <a:latin typeface="Inter"/>
              </a:defRPr>
            </a:pPr>
            <a:r>
              <a:t>Deploy freq.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4155"/>
                </a:solidFill>
                <a:latin typeface="Inter"/>
              </a:defRPr>
            </a:pPr>
            <a:r>
              <a:t>Durata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4155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-77%/-82%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4155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Non scrivo codice. Faccio in modo che le decisioni tecniche siano quelle giuste.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Cosa ho trovato — prima di questa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72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8F0"/>
                </a:solidFill>
                <a:latin typeface="Inter"/>
              </a:defRPr>
            </a:pPr>
            <a:r>
              <a:t>Analisi live su veralab.it con script su endpoint reali — non tool generici.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057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Stato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37744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56032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/blogs/news  HTTP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CRITICO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In produzione adesso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3054096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8094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Nessun alerting su errori 5xx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809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ALTO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9809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Non sapete quando si rompe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3547872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Content-Security-Policy assente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XSS via app di terze parti</a:t>
            </a:r>
          </a:p>
        </p:txBody>
      </p:sp>
      <p:sp>
        <p:nvSpPr>
          <p:cNvPr id="21" name="Oval 20"/>
          <p:cNvSpPr/>
          <p:nvPr/>
        </p:nvSpPr>
        <p:spPr>
          <a:xfrm>
            <a:off x="822959" y="4041648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6849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Structured data JSON-LD assente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6849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9684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Nessun rich result su Google</a:t>
            </a:r>
          </a:p>
        </p:txBody>
      </p:sp>
      <p:sp>
        <p:nvSpPr>
          <p:cNvPr id="25" name="Oval 24"/>
          <p:cNvSpPr/>
          <p:nvPr/>
        </p:nvSpPr>
        <p:spPr>
          <a:xfrm>
            <a:off x="822959" y="453542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62272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Homepage 765 KB — LCP stimato 3-4s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4622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62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Core Web Vitals sotto soglia</a:t>
            </a:r>
          </a:p>
        </p:txBody>
      </p:sp>
      <p:sp>
        <p:nvSpPr>
          <p:cNvPr id="29" name="Oval 28"/>
          <p:cNvSpPr/>
          <p:nvPr/>
        </p:nvSpPr>
        <p:spPr>
          <a:xfrm>
            <a:off x="822959" y="502920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95604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X-Frame-Options assente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956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9560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Clickjacking su checkout</a:t>
            </a:r>
          </a:p>
        </p:txBody>
      </p:sp>
      <p:sp>
        <p:nvSpPr>
          <p:cNvPr id="33" name="Oval 32"/>
          <p:cNvSpPr/>
          <p:nvPr/>
        </p:nvSpPr>
        <p:spPr>
          <a:xfrm>
            <a:off x="822959" y="5522976"/>
            <a:ext cx="164592" cy="16459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44982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Overskin — placeholder Aruba, non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4498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4498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Secondo brand senza infrastruttura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080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Il punto piu urgente: /blogs/news risponde HTTP 500 — il Magazine e rotto, non e nei vostri alert, probabilmente da settimane.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 gap architetturali (da verificare in onboarding)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72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BBF24"/>
                </a:solidFill>
                <a:latin typeface="Inter"/>
              </a:defRPr>
            </a:pPr>
            <a:r>
              <a:t>Inferiti dalla struttura del business — non misurabili dall'esterno. Li presento come ipotesi, non come certezze.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267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Inventory non unificato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677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517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Shopify (stock online) e NAV (14 store fisici + B2B) quasi certamente non condividono un single source of truth real-time. Conseguenze: click &amp; collect bloccato, overselling sui lanci, loyalty cross-channel limitata.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18688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291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Decisione ERP aperta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91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75887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Dynamics NAV fuori mainstream support su versioni pre-2018. Migrazione a Business Central: 6-18 mesi, 100-400K EUR. Ogni trimestre senza una decisione informata aumenta il rischio.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242816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315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Architettura multi-brand non definita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315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00016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Veralab + Overskin su Shopify standard: senza Shopify Plus o scelta architetturale esplicita, nascera debito tecnico impossibile da sciogliere.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266944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3400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87171"/>
                </a:solidFill>
                <a:latin typeface="Inter"/>
              </a:defRPr>
            </a:pPr>
            <a:r>
              <a:t>Monitoring assente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3400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[verificato]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724144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Il 500 del Magazine non e nei vostri alert. Non avete visibilita su cosa succede in produzione.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Cosa faccio concretamente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Responsabilita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00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Cosa significa in pratica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024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Strategia tecnica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r>
              <a:t>Roadmap, decisioni architetturali, allineamento business ↔ 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61488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163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Architettura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1635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r>
              <a:t>Decisioni strutturali con trade-off espliciti: NAV vs BC, Shopify Plus vs headless, inventory sync approach, architettura Overskin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56616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2102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21024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r>
              <a:t>Sviluppo del Tech Lead interno. Costruisco autonomia — non dipendenza da 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370832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2569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Stakeholder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r>
              <a:t>Traduco il tecnico in business: impatto in EUR, rischi concreti, timeline realistiche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175504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Monitoraggio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2303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r>
              <a:t>Visibilita su produzione: alert, metriche, 4 Golden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080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87171"/>
                </a:solidFill>
                <a:latin typeface="Inter"/>
              </a:defRPr>
            </a:pPr>
            <a:r>
              <a:t>Cosa NON faccio: scrivere codice, gestire sprint, fare il PM, risolvere bug in autonomia.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Risultati dimostrabili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72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8F0"/>
                </a:solidFill>
                <a:latin typeface="Inter"/>
              </a:defRPr>
            </a:pPr>
            <a:r>
              <a:t>Questi numeri vengono da sistemi reali in produzione — non da POC o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29968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Metrica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848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Prima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Dopo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0848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Miglioramento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95728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87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Da ogni 6 settimane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Ogni settimana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487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Durata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Da 4 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22 minuti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4D399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30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30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Task specifici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4D399"/>
                </a:solidFill>
                <a:latin typeface="Inter"/>
              </a:defRPr>
            </a:pPr>
            <a:r>
              <a:t>-77%/-82%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25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Tempo analisi requisiti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3525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Da 2-3 giorni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525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2 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3525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4D399"/>
                </a:solidFill>
                <a:latin typeface="Inter"/>
              </a:defRPr>
            </a:pPr>
            <a:r>
              <a:t>-92%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743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97433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743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326880" y="497433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961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Sprint velocity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596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9326880" y="5596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Inter"/>
              </a:defRPr>
            </a:pPr>
            <a:r>
              <a:t>+30%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mio approccio: due filoni paralleli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5029200" cy="4983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64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Inter"/>
              </a:defRPr>
            </a:pPr>
            <a:r>
              <a:t>FILONE 1 — PRESENTE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299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Inter"/>
              </a:defRPr>
            </a:pPr>
            <a:r>
              <a:t>Concretizzare e ottimizzare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Fix Magazine + monitoring su 5xx (primo giorno)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Security headers via Cloudflare (CSP, X-Frame)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Structured data JSON-LD → rich results Google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Performance homepage (765 KB → target &lt; 200 KB)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Pipeline di deploy stabile, code review strutturata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Incident playbook: cosa fare quando il checkout</a:t>
            </a:r>
            <a:br/>
            <a:r>
              <a:t>va giu durante un lancio influencer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080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Zero rivoluzioni. Valore visibile in 2-4 settimane.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29200" cy="4983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64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CF6"/>
                </a:solidFill>
                <a:latin typeface="Inter"/>
              </a:defRPr>
            </a:pPr>
            <a:r>
              <a:t>FILONE 2 — VISIONE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299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Inter"/>
              </a:defRPr>
            </a:pPr>
            <a:r>
              <a:t>Dove andare nei prossimi 12-24 mesi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Inventory unificato: Shopify ↔ NAV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NAV → Business Central: go/no-go con dati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Architettura Overskin (prima del debito)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Loyalty VERABILIA davvero cross-channel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Profilo cliente unificato: CRM/CDP</a:t>
            </a:r>
          </a:p>
          <a:p>
            <a:pPr>
              <a:spcBef>
                <a:spcPts val="8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→  AI dove ha senso: predizione stock,</a:t>
            </a:r>
            <a:br/>
            <a:r>
              <a:t>personalizzazione, chatbot post-vendita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6080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Ogni decisione ha costo, beneficio e piano di rollback.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metodo: Know-How → Step →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Inter"/>
              </a:defRPr>
            </a:pPr>
            <a:r>
              <a:t>MESE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Inter"/>
              </a:defRPr>
            </a:pPr>
            <a:r>
              <a:t>ASCOLTO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3347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Non cambio niente in produzione.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Mappo: Shopify, NAV, CRM, WMS, POS, loyalty.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Misuro la baseline di tutti i KPI.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Output: "State of the Stack" + Piano 90gg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Fix immediato: /blogs/news + alert 5xx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56616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Inter"/>
              </a:defRPr>
            </a:pPr>
            <a:r>
              <a:t>MESI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Inter"/>
              </a:defRPr>
            </a:pPr>
            <a:r>
              <a:t>DECISIONI CRITICHE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3347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Assessment NAV → BC: go/no-go con dati.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Design inventory sync Shopify ↔ NAV.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Architettura Overskin (se in corso).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ADR per le prime 5 decisioni 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566160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78BFA"/>
                </a:solidFill>
                <a:latin typeface="Inter"/>
              </a:defRPr>
            </a:pPr>
            <a:r>
              <a:t>MESI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Inter"/>
              </a:defRPr>
            </a:pPr>
            <a:r>
              <a:t>OMNICHANNEL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63347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Inventory unificato (source of truth).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Click &amp; collect su tutti i 14 store.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Loyalty VERABILIA cross-channel.</a:t>
            </a:r>
          </a:p>
          <a:p>
            <a:pPr>
              <a:spcBef>
                <a:spcPts val="900"/>
              </a:spcBef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Profilo cliente online + offline.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Non prometto numeri prima di misurare il baseline. Prima misuro, poi prometto.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Perche il modello Fractional 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2E8F0"/>
                </a:solidFill>
                <a:latin typeface="Inter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4155"/>
                </a:solidFill>
                <a:latin typeface="Inter"/>
              </a:defRPr>
            </a:pPr>
            <a:r>
              <a:t>Full-time (Tech Lead / Dir. Tecnico)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Fractional 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024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2996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Costo annuo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2996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120-180K EUR all-in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2996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84-96K EUR (3gg/sett standard)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52344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072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Rischio 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0720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6 mesi per capire se funziona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0720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Trial via Tech Assessment — output prima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529584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844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Prospettiva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8444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Solo interna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844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Esterna + interna — cross-pollination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306824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6168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Visione settore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6168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Un settore = visione limitata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616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Multi-settore: ticketing, e-commerce, retail, 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084064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3892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389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Se esce = panico + 6 mesi vuoto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389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Exit pianificata → team autonomo come 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Il vantaggio chiave: stessa seniority enterprise a costo proporzionale, con la possibilita di scalare su o giu ogni trimestre.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Come funziona in pratica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9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Aspetto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09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Dettaglio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024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Presenza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3 giorni/settimana (remoto) + 1-2 presenze mensili a Milano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560320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Bridge iniziale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4 giorni/sett per max 4 mesi — piu presenza nelle prime decisioni (NAV, Overskin)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154680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Sessioni mensili fisse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004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Strategic Planning 2h (CEO), Architecture Review 2h (Tech Lead), Team Mentoring 1h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49039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Giorni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Disponibilita async risposta entro 4h — emergenze entro 2h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343400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Deliverable mensili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891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Report scritto, ADR, roadmap aggiornata, metriche DORA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937760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Commitment minimo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834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Tech Assessment → poi 6 mesi (review trimestrale)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5532120"/>
            <a:ext cx="1005840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577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Entry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778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Tech Assessment (3 giorni) — output concreto, zero vincolo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Inter"/>
              </a:defRPr>
            </a:pPr>
            <a:r>
              <a:t>Perche sono rilevante per Veralab in particolare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727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IL VOSTRO CONTESTO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5727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LA MIA ESPERIENZA DIRETTA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01952"/>
            <a:ext cx="1024128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2996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Lanci prodotto con spike traffico (influencer)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29968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Gestisco on-sale con spike prevedibili — un'ora di downtime = decine di K EUR persi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33472"/>
            <a:ext cx="102412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88336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Inventory multi-canale (14 store + online)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88336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Sistemi con inventory real-time e accesso concorrente su stock critico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91840"/>
            <a:ext cx="102412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46704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Shopify + NAV — integrazione eterogenea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46704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Integrazioni esterne con circuit breaker, retry, idempotenza — conosco il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950208"/>
            <a:ext cx="102412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00507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Loyalty cross-channel (VERABILIA)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05072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Profili cliente unificati su sistemi eterogenei — problema di architettura, non di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608576"/>
            <a:ext cx="102412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Secondo brand da lanciare (Overskin)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63440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Architetture multi-brand e multi-tenant su piattaforme condivise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266944"/>
            <a:ext cx="102412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32180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Monitoring assente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21808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Observability come governance: alert, metriche, Golden Signals su ogni servizio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Prossimo passo: Tech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508760"/>
            <a:ext cx="9784080" cy="3063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642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78BFA"/>
                </a:solidFill>
                <a:latin typeface="Inter"/>
              </a:defRPr>
            </a:pPr>
            <a:r>
              <a:t>Tech Assessment — 3 giorni, output concreto, zero vincolo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12848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→  Mappa completa: Shopify, NAV, CRM, WMS, POS, loyalty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→  Integration map: dove i dati si rompono tra sistemi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→  Top 5 rischi con impatto stimato in EUR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→  Decisione NAV → Business Central: go/no-go con dati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→  Architettura Overskin: raccomandazione con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12848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700"/>
              </a:spcBef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Roadmap tecnica 12 mesi prioritizzata</a:t>
            </a:r>
          </a:p>
          <a:p>
            <a:pPr>
              <a:spcBef>
                <a:spcPts val="700"/>
              </a:spcBef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Fix del Magazine (primo giorno)</a:t>
            </a:r>
          </a:p>
          <a:p>
            <a:pPr>
              <a:spcBef>
                <a:spcPts val="700"/>
              </a:spcBef>
              <a:defRPr sz="1300" b="0" i="0">
                <a:solidFill>
                  <a:srgbClr val="FFFFFF"/>
                </a:solidFill>
                <a:latin typeface="Inter"/>
              </a:defRPr>
            </a:pPr>
          </a:p>
          <a:p>
            <a:pPr>
              <a:spcBef>
                <a:spcPts val="700"/>
              </a:spcBef>
              <a:defRPr sz="1300" b="0" i="0">
                <a:solidFill>
                  <a:srgbClr val="A78BFA"/>
                </a:solidFill>
                <a:latin typeface="Inter"/>
              </a:defRPr>
            </a:pPr>
            <a:r>
              <a:t>Costo: EUR 2.500 – 3.500 (una tantum)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Se proseguite: detratto dal primo mese</a:t>
            </a:r>
          </a:p>
          <a:p>
            <a:pPr>
              <a:spcBef>
                <a:spcPts val="700"/>
              </a:spcBef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Se non proseguite: avete la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09160"/>
            <a:ext cx="97840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864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Poi: 6 mesi (commitment minimo) con obiettivi concordati e KPI misurabili.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4155"/>
                </a:solidFill>
                <a:latin typeface="Inter"/>
              </a:defRPr>
            </a:pPr>
            <a:r>
              <a:t>Review a fine ogni trimestre: continuare, scalare, o chiudere.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Il rischio non e provare il Fractional CTO. Il rischio e continuare senza direzione tecnica per altri 12 mesi.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560320"/>
            <a:ext cx="576072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"Non vendo ore.</a:t>
            </a:r>
            <a:br/>
            <a:r>
              <a:t>Vendo direzione e risultati misurabili.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78BFA"/>
                </a:solidFill>
                <a:latin typeface="Inter"/>
              </a:defRPr>
            </a:pPr>
            <a:r>
              <a:t>Il giorno dopo l'onboarding, il Magazine e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E2E8F0"/>
                </a:solidFill>
                <a:latin typeface="Inter"/>
              </a:defRPr>
            </a:pPr>
            <a:r>
              <a:t>Il mese dopo il Tech Assessment, i numeri parlano — non le slide."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206240"/>
            <a:ext cx="576072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Elios Scoglio  |  elios@108vision.it  |  108vision.it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Software &amp; Architecture Manager  |  Fractional CTO — 108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